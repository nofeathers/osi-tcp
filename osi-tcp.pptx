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8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52CF97-293F-49C6-84C4-3BBF37647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4160BC-8546-4AFF-8008-062544690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C1148C-32BE-49C7-BE6C-CA2B44577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00DB4-EB5F-4EA6-9407-2F4EF48C43D6}" type="datetimeFigureOut">
              <a:rPr lang="ko-KR" altLang="en-US" smtClean="0"/>
              <a:t>2025-04-14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237907-F78F-4842-89B9-CE15443C1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121A02-C461-44A6-AF67-047DA8166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CF1C-ADE1-4160-9634-426F20F13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43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4E47C-5AC1-4205-B8B0-E1E27AB57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FE137B-248C-4ACD-943D-8AA9D4D7E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C76F17-8726-465A-9613-2F8885E58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00DB4-EB5F-4EA6-9407-2F4EF48C43D6}" type="datetimeFigureOut">
              <a:rPr lang="ko-KR" altLang="en-US" smtClean="0"/>
              <a:t>2025-04-14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39883A-E73C-434C-9867-CD2346605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75C78C-9604-4CDD-AAA1-728337A8C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CF1C-ADE1-4160-9634-426F20F13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73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F0A5F4-96F5-4593-8632-16B7020EB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6B83DA-EB05-4F23-B302-DDD686218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9F66F5-3004-4EE6-BDF6-4988BFA5B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00DB4-EB5F-4EA6-9407-2F4EF48C43D6}" type="datetimeFigureOut">
              <a:rPr lang="ko-KR" altLang="en-US" smtClean="0"/>
              <a:t>2025-04-14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CB63E2-E8AB-46B4-948D-3F1DCF4E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2A74B0-B081-4301-A489-0B6B705B6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CF1C-ADE1-4160-9634-426F20F13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372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22FEC7-5895-4B97-87DE-AE183D0E7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27AC98-4E6D-4320-94E7-CD980FA59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7E6391-A0D3-4A60-8499-DF40FC5B2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43EDA3-6886-43D3-BA80-C83C3E363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00DB4-EB5F-4EA6-9407-2F4EF48C43D6}" type="datetimeFigureOut">
              <a:rPr lang="ko-KR" altLang="en-US" smtClean="0"/>
              <a:t>2025-04-14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ECBD44-A498-44C7-9D33-0FF4865D6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6CDBC1-3CDC-4F47-8897-6EE9FD7E9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CF1C-ADE1-4160-9634-426F20F13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502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737FD9-E0DA-416E-AE69-D19D67D7B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5AB3C0-1DFB-410F-9AB8-E3F79CF58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A1D7BE-EBFA-4871-AAC8-C7680C532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41B46A-AE53-4247-BB33-269369476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38B2FE4-8F61-4125-92A1-F1BE5FA06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1F5FA0A-188B-418D-866F-00DEB5EA1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00DB4-EB5F-4EA6-9407-2F4EF48C43D6}" type="datetimeFigureOut">
              <a:rPr lang="ko-KR" altLang="en-US" smtClean="0"/>
              <a:t>2025-04-14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A592FAB-65F0-4F5F-A741-0F5B3FB6D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995580D-337A-4A79-A1DC-4BDEBF19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CF1C-ADE1-4160-9634-426F20F13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56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5377D-6C94-4198-819A-057CF5AC9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5404153-3621-4794-BF2E-07452CEA3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00DB4-EB5F-4EA6-9407-2F4EF48C43D6}" type="datetimeFigureOut">
              <a:rPr lang="ko-KR" altLang="en-US" smtClean="0"/>
              <a:t>2025-04-14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F79368-9BAD-44A4-85E5-4168D07F5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A33F6D-97C6-4CC5-9A94-A61519C29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CF1C-ADE1-4160-9634-426F20F13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240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CEDEB3D-EE37-42AE-8D66-92B85F2BF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00DB4-EB5F-4EA6-9407-2F4EF48C43D6}" type="datetimeFigureOut">
              <a:rPr lang="ko-KR" altLang="en-US" smtClean="0"/>
              <a:t>2025-04-14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61D7FB-4E55-4254-BD03-A43F98A4D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E692E7-E43A-4627-9FD5-1FF7D8955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CF1C-ADE1-4160-9634-426F20F13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570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68FFC6-837C-441F-A179-B8284894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38F158-FBB9-4B6D-A456-3CC2A3A95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EC14DA-46F7-41AB-9431-3D0044C3C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9C95D6-CB50-4BAA-BA11-F0349890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00DB4-EB5F-4EA6-9407-2F4EF48C43D6}" type="datetimeFigureOut">
              <a:rPr lang="ko-KR" altLang="en-US" smtClean="0"/>
              <a:t>2025-04-14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C2F130-8FC0-4D37-8612-D2628DA48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CB9F5C-377C-4383-82EE-9DEEA6EC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CF1C-ADE1-4160-9634-426F20F13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14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58594E-04F1-4543-BDD6-AA50974AE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93FD697-FD17-4BF0-8797-6B01AD9F1B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F7E208-A268-42EC-90FF-E6910BCAFC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EDBE27-F0E9-40FD-B557-2CA8F25F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00DB4-EB5F-4EA6-9407-2F4EF48C43D6}" type="datetimeFigureOut">
              <a:rPr lang="ko-KR" altLang="en-US" smtClean="0"/>
              <a:t>2025-04-14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A16CD9-B8FA-4F46-BE10-E96CA7744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4F0D82-184E-44A7-8E63-7F13A7DFD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CF1C-ADE1-4160-9634-426F20F13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495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01F3E-E8E7-48BA-AFD7-E82D8EA05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9D5250-4EF5-4B84-85C6-3B4547C64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15A848-F486-46BB-9E64-749BE0CE8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00DB4-EB5F-4EA6-9407-2F4EF48C43D6}" type="datetimeFigureOut">
              <a:rPr lang="ko-KR" altLang="en-US" smtClean="0"/>
              <a:t>2025-04-14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DAFC2-F458-4650-B8AF-3AEB8263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22AE37-25D6-430F-ABB2-8F50511F9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CF1C-ADE1-4160-9634-426F20F13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173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9199FD-B907-4C1A-9E49-9DBB1EE214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A30510-9E36-4438-938B-4E967F1CD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7D65BA-D653-4EBA-A454-28A4366A4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00DB4-EB5F-4EA6-9407-2F4EF48C43D6}" type="datetimeFigureOut">
              <a:rPr lang="ko-KR" altLang="en-US" smtClean="0"/>
              <a:t>2025-04-14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4B7EB5-45EA-4983-AD71-3D3F734BC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B9FE1C-6BEF-4937-ADD7-ED1941C3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6CF1C-ADE1-4160-9634-426F20F13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61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E02C3C-EC4D-4D48-BD55-45924787A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1B20B6-689C-43B2-8B52-298C0D1FF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F09574-243D-4463-B1D2-545C861E09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00DB4-EB5F-4EA6-9407-2F4EF48C43D6}" type="datetimeFigureOut">
              <a:rPr lang="ko-KR" altLang="en-US" smtClean="0"/>
              <a:t>2025-04-14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AC4CB4-F5E4-4263-97D4-CFA471D99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F05800-1C37-4ED6-BE54-34B15A568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6CF1C-ADE1-4160-9634-426F20F13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467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A900E-079E-4CF1-A3BC-DD088FA40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39B90DB-3B06-4B55-8397-AFB5FC8653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35DE4B-C698-4024-85A5-84AA1121D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192" y="0"/>
            <a:ext cx="9895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448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KISIA</dc:creator>
  <cp:lastModifiedBy>KISIA</cp:lastModifiedBy>
  <cp:revision>1</cp:revision>
  <dcterms:created xsi:type="dcterms:W3CDTF">2025-04-14T12:59:33Z</dcterms:created>
  <dcterms:modified xsi:type="dcterms:W3CDTF">2025-04-14T12:59:47Z</dcterms:modified>
</cp:coreProperties>
</file>